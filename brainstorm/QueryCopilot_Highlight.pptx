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147481535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256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7200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42976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QUERY COPILOT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57200" y="117043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→ SQL Data Request Assistant for WSD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993392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experts hand-write SQL against zDB, gDB, WUDAS, and TUDAS. Slow, requires SQL literacy, and funnels every request through whoever can write the query.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57200" y="3063240"/>
            <a:ext cx="54864" cy="1280160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0632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SAFETY UPGRADE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31927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isn't “read the SQL” — it's a capped sandbox trial run. Requestors judge real sample rows, far more reliably than spotting a wrong JOIN.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4526280"/>
            <a:ext cx="54864" cy="868680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5262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CONSOLIDATION UMBRELLA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7823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proven, overlapping tools plug in later as menu entries — rolled out one domain at a time.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9525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Brainstorming — v1 direction confirmed 2026-08-29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3657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— RECOMMENDED V1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74980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+ Asset-Menu (API + Library) matching — not free-form SQL or fine-tuning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572000" y="123444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129784" y="139903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9512" y="1508760"/>
            <a:ext cx="292608" cy="29260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663440" y="2011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in Plain English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4681728" y="244144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describes the data need in natural language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6204204" y="197053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6364224" y="123444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922008" y="139903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1736" y="1508760"/>
            <a:ext cx="292608" cy="29260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455664" y="2011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Asset Menu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6473952" y="244144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menu of templates, APIs, and catalogued libraries (~20–30 entries today)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7996428" y="197053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1" name="Shape 26"/>
          <p:cNvSpPr/>
          <p:nvPr/>
        </p:nvSpPr>
        <p:spPr>
          <a:xfrm>
            <a:off x="8156448" y="123444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007B8C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7"/>
          <p:cNvSpPr/>
          <p:nvPr/>
        </p:nvSpPr>
        <p:spPr>
          <a:xfrm>
            <a:off x="8714232" y="139903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1508760"/>
            <a:ext cx="292608" cy="29260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247888" y="2011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Trial Run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8266176" y="244144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Capped rows / size / frequency — see real sample results before trusting it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9788652" y="1970532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7" name="Shape 31"/>
          <p:cNvSpPr/>
          <p:nvPr/>
        </p:nvSpPr>
        <p:spPr>
          <a:xfrm>
            <a:off x="9948672" y="1234440"/>
            <a:ext cx="1627632" cy="187452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3B46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10506456" y="1399032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6184" y="1508760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0040112" y="2011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Execution</a:t>
            </a:r>
            <a:endParaRPr lang="en-US" sz="1300" dirty="0"/>
          </a:p>
        </p:txBody>
      </p:sp>
      <p:sp>
        <p:nvSpPr>
          <p:cNvPr id="41" name="Text 34"/>
          <p:cNvSpPr/>
          <p:nvPr/>
        </p:nvSpPr>
        <p:spPr>
          <a:xfrm>
            <a:off x="10058400" y="2441448"/>
            <a:ext cx="1408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Requestor confirms → full query runs against production data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457200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6"/>
          <p:cNvSpPr/>
          <p:nvPr/>
        </p:nvSpPr>
        <p:spPr>
          <a:xfrm>
            <a:off x="470916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Menu</a:t>
            </a:r>
            <a:endParaRPr lang="en-US" sz="2000" dirty="0"/>
          </a:p>
        </p:txBody>
      </p:sp>
      <p:sp>
        <p:nvSpPr>
          <p:cNvPr id="44" name="Text 37"/>
          <p:cNvSpPr/>
          <p:nvPr/>
        </p:nvSpPr>
        <p:spPr>
          <a:xfrm>
            <a:off x="473659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+ APIs + catalogued Libraries share one metadata schema</a:t>
            </a:r>
            <a:endParaRPr lang="en-US" sz="1050" dirty="0"/>
          </a:p>
        </p:txBody>
      </p:sp>
      <p:sp>
        <p:nvSpPr>
          <p:cNvPr id="45" name="Shape 38"/>
          <p:cNvSpPr/>
          <p:nvPr/>
        </p:nvSpPr>
        <p:spPr>
          <a:xfrm>
            <a:off x="704088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9"/>
          <p:cNvSpPr/>
          <p:nvPr/>
        </p:nvSpPr>
        <p:spPr>
          <a:xfrm>
            <a:off x="717804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000" dirty="0"/>
          </a:p>
        </p:txBody>
      </p:sp>
      <p:sp>
        <p:nvSpPr>
          <p:cNvPr id="47" name="Text 40"/>
          <p:cNvSpPr/>
          <p:nvPr/>
        </p:nvSpPr>
        <p:spPr>
          <a:xfrm>
            <a:off x="720547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support-ticket examples being compiled as the template corpus</a:t>
            </a:r>
            <a:endParaRPr lang="en-US" sz="1050" dirty="0"/>
          </a:p>
        </p:txBody>
      </p:sp>
      <p:sp>
        <p:nvSpPr>
          <p:cNvPr id="48" name="Shape 41"/>
          <p:cNvSpPr/>
          <p:nvPr/>
        </p:nvSpPr>
        <p:spPr>
          <a:xfrm>
            <a:off x="9509760" y="3429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2"/>
          <p:cNvSpPr/>
          <p:nvPr/>
        </p:nvSpPr>
        <p:spPr>
          <a:xfrm>
            <a:off x="9646920" y="35387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 Only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9674352" y="4050792"/>
            <a:ext cx="19568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cloud LLM — GTO's internal-agent routing rule applies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4572000" y="5029200"/>
            <a:ext cx="7223760" cy="141732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5193792"/>
            <a:ext cx="365760" cy="365760"/>
          </a:xfrm>
          <a:prstGeom prst="rect">
            <a:avLst/>
          </a:prstGeom>
        </p:spPr>
      </p:pic>
      <p:sp>
        <p:nvSpPr>
          <p:cNvPr id="53" name="Text 45"/>
          <p:cNvSpPr/>
          <p:nvPr/>
        </p:nvSpPr>
        <p:spPr>
          <a:xfrm>
            <a:off x="5285232" y="5166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ACTIONS</a:t>
            </a:r>
            <a:endParaRPr lang="en-US" sz="1250" dirty="0"/>
          </a:p>
        </p:txBody>
      </p:sp>
      <p:sp>
        <p:nvSpPr>
          <p:cNvPr id="54" name="Text 46"/>
          <p:cNvSpPr/>
          <p:nvPr/>
        </p:nvSpPr>
        <p:spPr>
          <a:xfrm>
            <a:off x="4800600" y="5596128"/>
            <a:ext cx="6766560" cy="425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100+ example query corpus from real support tickets — no dependencies, start now</a:t>
            </a:r>
            <a:endParaRPr lang="en-US" sz="1100" dirty="0"/>
          </a:p>
          <a:p>
            <a:pPr marL="342900" indent="-342900">
              <a:lnSpc>
                <a:spcPct val="108000"/>
              </a:lnSpc>
              <a:buSzPct val="100000"/>
              <a:buChar char="▸"/>
            </a:pPr>
            <a:r>
              <a:rPr lang="en-US" sz="11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Asset Menu: catalog Libraries (with metadata) + APIs (with signatures) into one shared schema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265</Words>
  <Application>Microsoft Office PowerPoint</Application>
  <PresentationFormat>Widescreen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Query Copilot Highlight</dc:title>
  <dc:subject>PptxGenJS Presentation</dc:subject>
  <dc:creator>Yu Han</dc:creator>
  <cp:lastModifiedBy>Yu Han</cp:lastModifiedBy>
  <cp:revision>3</cp:revision>
  <dcterms:created xsi:type="dcterms:W3CDTF">2026-08-29T23:00:28Z</dcterms:created>
  <dcterms:modified xsi:type="dcterms:W3CDTF">2026-08-29T23:53:03Z</dcterms:modified>
</cp:coreProperties>
</file>